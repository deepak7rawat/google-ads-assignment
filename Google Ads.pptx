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78" r:id="rId2"/>
    <p:sldId id="273" r:id="rId3"/>
    <p:sldId id="274" r:id="rId4"/>
    <p:sldId id="275" r:id="rId5"/>
    <p:sldId id="276" r:id="rId6"/>
    <p:sldId id="279" r:id="rId7"/>
    <p:sldId id="280" r:id="rId8"/>
    <p:sldId id="301" r:id="rId9"/>
    <p:sldId id="281" r:id="rId10"/>
    <p:sldId id="302" r:id="rId11"/>
    <p:sldId id="282" r:id="rId12"/>
    <p:sldId id="285" r:id="rId13"/>
    <p:sldId id="284" r:id="rId14"/>
    <p:sldId id="283" r:id="rId15"/>
    <p:sldId id="287" r:id="rId16"/>
    <p:sldId id="286" r:id="rId17"/>
    <p:sldId id="288" r:id="rId18"/>
    <p:sldId id="289" r:id="rId19"/>
    <p:sldId id="290" r:id="rId20"/>
    <p:sldId id="303" r:id="rId21"/>
    <p:sldId id="292" r:id="rId22"/>
    <p:sldId id="291" r:id="rId23"/>
    <p:sldId id="295" r:id="rId24"/>
    <p:sldId id="294" r:id="rId25"/>
    <p:sldId id="296" r:id="rId26"/>
    <p:sldId id="297" r:id="rId27"/>
    <p:sldId id="298" r:id="rId28"/>
    <p:sldId id="299" r:id="rId29"/>
    <p:sldId id="300" r:id="rId30"/>
    <p:sldId id="304" r:id="rId3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3ED"/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22" autoAdjust="0"/>
  </p:normalViewPr>
  <p:slideViewPr>
    <p:cSldViewPr>
      <p:cViewPr varScale="1">
        <p:scale>
          <a:sx n="70" d="100"/>
          <a:sy n="70" d="100"/>
        </p:scale>
        <p:origin x="6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1D70A-9942-46F8-A39A-185BCE0200DF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7B6F-041D-463D-A340-AEC6E90E5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590AEA-B320-7623-6305-7221DD5A5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5"/>
            <a:ext cx="18288000" cy="102924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0CED75-4BF6-8584-AAAA-4CE594F63DED}"/>
              </a:ext>
            </a:extLst>
          </p:cNvPr>
          <p:cNvSpPr/>
          <p:nvPr/>
        </p:nvSpPr>
        <p:spPr>
          <a:xfrm>
            <a:off x="9144000" y="5905500"/>
            <a:ext cx="1828800" cy="1828800"/>
          </a:xfrm>
          <a:prstGeom prst="rect">
            <a:avLst/>
          </a:prstGeom>
          <a:solidFill>
            <a:srgbClr val="FBF3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B96DA6-7867-5F2E-23D2-28888B49EB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093" y="5905500"/>
            <a:ext cx="1632613" cy="163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7629724" y="1233969"/>
            <a:ext cx="32766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 of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Submitted to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Toward 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By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BCA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1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Semester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Deepak Rawat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7629724" y="7505700"/>
            <a:ext cx="3276600" cy="19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018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018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106/10, Civil Lines, Ajmer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563C1"/>
                </a:solidFill>
                <a:effectLst/>
                <a:latin typeface="Calibri" panose="020F0502020204030204" pitchFamily="34" charset="0"/>
              </a:rPr>
              <a:t>www.dezyneecole.com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2026-2027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8182373" y="6126826"/>
            <a:ext cx="2171301" cy="15070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Assignment Report</a:t>
            </a:r>
            <a:endParaRPr lang="en-IN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Acknowledgement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716280" y="2091817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for providing us with the knowledge, </a:t>
            </a:r>
            <a:endParaRPr lang="en-IN" sz="2400" dirty="0"/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701040" y="2987949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Our deepest thanks to our respected Principal, Dr. Vinita Mathur, for her visionary leadership and continuous encouragement. </a:t>
            </a:r>
          </a:p>
          <a:p>
            <a:r>
              <a:rPr lang="en-IN" sz="24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716280" y="3998424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We are equally thankful to all our faculty members for their consistent support, expert advice, and valuable insights that </a:t>
            </a:r>
          </a:p>
          <a:p>
            <a:r>
              <a:rPr lang="en-IN" sz="24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731520" y="4927335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716280" y="550233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We are proud to be part of </a:t>
            </a:r>
            <a:r>
              <a:rPr lang="en-IN" sz="2400" dirty="0" err="1"/>
              <a:t>Dezyne</a:t>
            </a:r>
            <a:r>
              <a:rPr lang="en-IN" sz="2400" dirty="0"/>
              <a:t> École College, an institution that truly nurtures professionalism, innovation, and purpose.</a:t>
            </a:r>
            <a:endParaRPr lang="en-IN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716280" y="6406073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With sincere appreciation,</a:t>
            </a:r>
            <a:endParaRPr lang="en-IN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716280" y="692875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D</a:t>
            </a:r>
            <a:r>
              <a:rPr lang="en-IN" sz="2400" dirty="0" err="1"/>
              <a:t>eepak</a:t>
            </a:r>
            <a:r>
              <a:rPr lang="en-IN" sz="2400" dirty="0"/>
              <a:t> Rawat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716280" y="749358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Department – BCA</a:t>
            </a:r>
            <a:endParaRPr lang="en-IN" sz="4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716280" y="805840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/>
              <a:t>Dezyne</a:t>
            </a:r>
            <a:r>
              <a:rPr lang="en-IN" sz="2400" dirty="0"/>
              <a:t> École College, Ajmer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Case Study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701040" y="2616282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Increase Website Traffic, Generate Quality Leads, Improve Brand Visibility, Boost Course </a:t>
            </a:r>
            <a:r>
              <a:rPr lang="en-IN" sz="2400" dirty="0" err="1"/>
              <a:t>Enrollments</a:t>
            </a:r>
            <a:r>
              <a:rPr lang="en-IN" sz="2400" dirty="0"/>
              <a:t> &amp; Maximise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701040" y="2272118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Objective: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701040" y="37834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Targeted high-intent keywords related to computer courses.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701040" y="34392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Search Campaign Strategy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701040" y="4798804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Separate ad groups for each course to improve relevant and Quality Score.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701040" y="445464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Structure Ad Groups</a:t>
            </a:r>
            <a:endParaRPr lang="en-IN" sz="6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701040" y="58436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Mobile-friendly design with strong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701040" y="54994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Optimized Wix Landing Page</a:t>
            </a:r>
            <a:endParaRPr lang="en-IN" sz="4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701040" y="6888456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Measure form submission and call clicks for performance analysis.</a:t>
            </a:r>
            <a:endParaRPr lang="en-IN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701040" y="6544292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 Conversion Tracking Setup</a:t>
            </a:r>
            <a:endParaRPr lang="en-IN" sz="3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701040" y="7919593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Used “Maximize Conversions” to optimize ad spend automatically.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701040" y="757542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5. Smart Bidding Strategy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DC446-B0B8-E9BA-8600-FCB416E95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" y="1376"/>
            <a:ext cx="18272760" cy="1026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F2993-9DA5-44FD-4E79-87D3A3E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6368F-73BC-D8F8-CEDA-B7102C701286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Google Ads -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305C4-AC0B-ADD1-BDBC-8B5441587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D2D5AA-A62E-F845-97B9-A04EEF618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257300"/>
            <a:ext cx="15544800" cy="891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D3C1A-6DA1-089B-503A-60635D63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554B3-A5C7-D618-3940-7B41D9023051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Google Ads Account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D2741-24BE-14B0-D3E9-7F0F1423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A0A4AD-3957-EEFC-F792-D0C3E6755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0" t="14231" r="32063" b="5518"/>
          <a:stretch>
            <a:fillRect/>
          </a:stretch>
        </p:blipFill>
        <p:spPr>
          <a:xfrm>
            <a:off x="2209800" y="1463319"/>
            <a:ext cx="6705601" cy="8252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967E15-7B0A-69B1-B882-7BFB51BDF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463319"/>
            <a:ext cx="6324604" cy="831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5D832-DEBA-CED2-BC6C-E0273AD1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E89046-F3B2-9DB7-F29C-FF8A6ECB4A5C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Google Ads Account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2A598-96CD-C085-10BD-BA28618BC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A57FA-BF7E-41D8-9700-8728F1B08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07" t="3855" r="25140" b="25285"/>
          <a:stretch>
            <a:fillRect/>
          </a:stretch>
        </p:blipFill>
        <p:spPr>
          <a:xfrm>
            <a:off x="1643447" y="2324097"/>
            <a:ext cx="7157558" cy="7283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C3EFBE-1A2C-7D6C-FDE8-87907938E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324096"/>
            <a:ext cx="7391400" cy="731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6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1D82D-3A1B-AA29-6713-D6679A25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BC26D-E040-5424-8C13-A029DD2001E8}"/>
              </a:ext>
            </a:extLst>
          </p:cNvPr>
          <p:cNvSpPr txBox="1"/>
          <p:nvPr/>
        </p:nvSpPr>
        <p:spPr>
          <a:xfrm>
            <a:off x="0" y="0"/>
            <a:ext cx="1828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/>
              <a:t>Google Ads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A4D50-AD6F-9A0C-95EF-5CEE65AB9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B7DDCB-FC55-0A0C-20D4-424DDF4C0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" r="19" b="12193"/>
          <a:stretch>
            <a:fillRect/>
          </a:stretch>
        </p:blipFill>
        <p:spPr>
          <a:xfrm>
            <a:off x="3487" y="1520821"/>
            <a:ext cx="18281026" cy="902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4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30581-EF2F-8F1E-1510-E8AC341C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E69C86-F52F-E6DF-84B4-96DD0330B868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Campaign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3DAA4-663F-5C1C-2F36-DDDAAD046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55BCA4-F19E-F1C3-882C-487BF5287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5" y="1866900"/>
            <a:ext cx="16261669" cy="740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9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41B79-6909-29C3-4788-6C7A4E97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1638D-D6D5-F599-2ECE-A21DFDE1595E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Campaign Objective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491E6-4EF5-CDDD-74D7-97F39FFC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FA160F-95AC-12DD-D127-DB856640A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5846" r="8749"/>
          <a:stretch>
            <a:fillRect/>
          </a:stretch>
        </p:blipFill>
        <p:spPr>
          <a:xfrm>
            <a:off x="1714500" y="2400300"/>
            <a:ext cx="14859000" cy="710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92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D1647-5255-F6CE-B77D-8646DDCA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B42A0-DEF0-D416-A88B-3D5DD2BB387E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Campaign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9960A-2371-2983-3044-73FD8F4B4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788CFE-DD75-F95F-F505-2C44F0A4B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8" t="9804" r="10925"/>
          <a:stretch>
            <a:fillRect/>
          </a:stretch>
        </p:blipFill>
        <p:spPr>
          <a:xfrm>
            <a:off x="1562100" y="2171700"/>
            <a:ext cx="15163800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0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5C07A-DCD3-8675-DB78-93B9FB9B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589C5-1564-501B-59E5-DC4E06DBA7BA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Bidding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43965-5369-3DCE-DD3E-F55E450EA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2F1B5-C447-2C44-2D6B-8DB69F2B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8" t="7213" r="23061" b="29713"/>
          <a:stretch>
            <a:fillRect/>
          </a:stretch>
        </p:blipFill>
        <p:spPr>
          <a:xfrm>
            <a:off x="3086100" y="1866900"/>
            <a:ext cx="11620500" cy="74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7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25195-B84E-4111-FAF2-0AEABACE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183F40-E00A-AC31-70B6-03EDDEF6D432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Location and 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3421D-74C9-1086-822B-CD7C63146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285B8-10A9-5D75-B2CC-C0838E1DA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0" t="5435" r="26528"/>
          <a:stretch>
            <a:fillRect/>
          </a:stretch>
        </p:blipFill>
        <p:spPr>
          <a:xfrm>
            <a:off x="5181600" y="1350655"/>
            <a:ext cx="8001000" cy="858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61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DB643-5EE2-791D-6C6E-70A3B0E4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B58A6-1780-D56A-61E4-7A5DCFA89893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A7919-2A6B-A95D-F9E0-80D1F78F1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D3A4FC-C482-CDF0-E001-C9CC3F06A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4" t="10114" r="21864" b="3622"/>
          <a:stretch>
            <a:fillRect/>
          </a:stretch>
        </p:blipFill>
        <p:spPr>
          <a:xfrm>
            <a:off x="4229100" y="1562100"/>
            <a:ext cx="9906000" cy="815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24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BB583-3D59-454E-15E0-A6221A54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D1EAA-765A-6733-834C-31CDB5E1B926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BA654F-4FC3-3F0E-79D4-49FA96189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5F8C04-7383-2EFC-8854-9A0AA0623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564" y="1356098"/>
            <a:ext cx="9882872" cy="8414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572FE-ADE2-1781-DA3A-513897E81D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70485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5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84B69-2894-9902-A29E-51764F2D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FEFA40-5126-EC6D-40D9-F7B4700F3869}"/>
              </a:ext>
            </a:extLst>
          </p:cNvPr>
          <p:cNvSpPr txBox="1"/>
          <p:nvPr/>
        </p:nvSpPr>
        <p:spPr>
          <a:xfrm>
            <a:off x="-21771" y="11430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AED11-6E80-9FEB-371B-B99E69D78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5D0AD-95F9-CE13-9EF3-2D93E5EB2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552" y="1350655"/>
            <a:ext cx="11954895" cy="83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7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14ACF-7116-F8B7-9786-BA860291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9BBCA-B913-BD23-3335-87B5DE0E0CAA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DEAD7-9A4B-0401-A1F9-A4E05E66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AE91E2-B668-9228-EFC7-AD911429F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0" t="5553" r="23000"/>
          <a:stretch>
            <a:fillRect/>
          </a:stretch>
        </p:blipFill>
        <p:spPr>
          <a:xfrm>
            <a:off x="4648199" y="1350655"/>
            <a:ext cx="9078591" cy="853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23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6B1FB-5884-A62D-8E33-3BC06C81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69A58-6DFE-B732-8C50-A495974CC599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6ABE2-C7C6-D544-80DC-2D7564B58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B3F48B-446F-F159-8F0B-CE8CD3B0E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1" t="11777" r="24999" b="1112"/>
          <a:stretch>
            <a:fillRect/>
          </a:stretch>
        </p:blipFill>
        <p:spPr>
          <a:xfrm>
            <a:off x="4495800" y="1181862"/>
            <a:ext cx="9296400" cy="85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9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279BE-C80D-6CD4-A3B8-D4D0BF1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DCCAA-23A6-EA6F-6306-37657A36F59F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320B6-6EF5-1573-0FB6-1C1AA3639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C6B382-65B6-8569-5BA6-785559695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7500"/>
            <a:ext cx="16916400" cy="656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8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775DC-7F4C-3C08-4245-7EAC186C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FC143-DAAF-7ADD-D0B1-7DD2B958C6E0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ACFEC-A818-32F8-E1E7-41C1D2E9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08E78-148F-0447-366E-F99474006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52205"/>
            <a:ext cx="10972800" cy="903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06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2B498-C3E5-66F0-B4A4-77DBA06F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C4552-47DD-8FBE-F700-9722A0D3AF5C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1FB03-1AE2-B184-72F4-0D162DE53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BC6133-239E-FF0A-A20A-16C5785AE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1" t="11777" r="22000" b="2925"/>
          <a:stretch>
            <a:fillRect/>
          </a:stretch>
        </p:blipFill>
        <p:spPr>
          <a:xfrm>
            <a:off x="4419600" y="1562100"/>
            <a:ext cx="9448800" cy="77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0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98DBE-2672-1A7B-B346-3352EE46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D732F-24CF-79DF-170A-A9DB41F0620A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9BBB6-AA5B-1327-81E7-36A33F249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A8ED94-F815-C02D-BDD4-E0D844EA5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94123"/>
            <a:ext cx="4484326" cy="8497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AE6203-3442-45D9-6978-F184DDA8D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562100"/>
            <a:ext cx="4353484" cy="83747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80A550-DCDD-9432-C256-E9C0E2730E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5316" y="1562100"/>
            <a:ext cx="4353484" cy="828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27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C35B3-CF0F-2A72-3C85-8993D38D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1E389-3BF6-800E-0918-029500623EB9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709B9F-BF71-B738-6157-C845AC3D3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1EA30E-45CA-E2AB-AFE7-EC573B05F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82811"/>
            <a:ext cx="4320216" cy="8424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980E3B-D962-5675-6EE8-D633DD2CD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482811"/>
            <a:ext cx="4500234" cy="84249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68210F-52E6-BAEA-E6CA-D45608994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618" y="1480186"/>
            <a:ext cx="4495800" cy="842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78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3922-5A95-CA33-7D45-7F87295B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F6794-71D4-A774-A4DF-DFD23F19A3BD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FDC03-CFFD-D4D1-61A7-A558961F9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DDAA61-0B89-4F9F-1A92-FD0F5EA8B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97" y="2394296"/>
            <a:ext cx="3787303" cy="7452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5040A-3033-D7E4-C85E-F39841241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675" y="2407683"/>
            <a:ext cx="3819525" cy="7362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25345C-B084-8CDF-FB79-39D8BA921C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2407683"/>
            <a:ext cx="3895566" cy="73628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5E5BD0-A02B-3F34-6C4C-5B17431DA4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17" y="2430337"/>
            <a:ext cx="3862183" cy="734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23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A7A3C-7BC5-29FD-828C-1CB9EDDA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1FEB63-56BC-D6A1-FAC8-DA9F111F75FB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Budget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0B7AC-E8A6-E392-835C-472665E84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35DA4-0725-23E0-86A4-4F36E3CAE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27432"/>
            <a:ext cx="14325600" cy="703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24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90CC0-922E-4116-C156-F299E791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E8824-6BDB-F30C-B933-99EDC96C5F39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Campaign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7BAFE5-D353-5034-2CEE-1D3E0E42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3DCCF4-6DED-6B7E-5475-CD444171F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08"/>
          <a:stretch>
            <a:fillRect/>
          </a:stretch>
        </p:blipFill>
        <p:spPr>
          <a:xfrm>
            <a:off x="685800" y="2598954"/>
            <a:ext cx="8049748" cy="6430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15F5D5-648F-5CBD-7F4E-AB8D4E2D3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1" b="1"/>
          <a:stretch>
            <a:fillRect/>
          </a:stretch>
        </p:blipFill>
        <p:spPr>
          <a:xfrm>
            <a:off x="9677400" y="2598956"/>
            <a:ext cx="8049748" cy="643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10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E6806-2FD0-9835-D7D6-70CE8B35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20C7B-2EDF-D420-572A-21BFADA5ED36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Campaign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2B3C85-0685-7189-9B8B-FDBDABB8B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ECD4D0-2672-579A-9C6D-6AAC8719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826" y="1350656"/>
            <a:ext cx="8631074" cy="847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85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68798-3553-B856-2CE7-6D1BB625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4D312-9B90-E09F-1B6F-9FF5BE078074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474BE8-BFB1-D0D3-5F66-91F46F9B7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1C3AE4-51E5-9CB0-143B-9EFA6CAA0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24" y="1350656"/>
            <a:ext cx="15722729" cy="884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9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1183A-C2B1-DEAD-7F56-50C90FC0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B6319-0518-3BB9-473E-C319B1873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700" y="209581"/>
            <a:ext cx="13948599" cy="98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396</Words>
  <Application>Microsoft Office PowerPoint</Application>
  <PresentationFormat>Custom</PresentationFormat>
  <Paragraphs>77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Strategy for TharCool Growth</dc:title>
  <dc:creator>Mukesh Neelu</dc:creator>
  <cp:lastModifiedBy>Deepak Rawat</cp:lastModifiedBy>
  <cp:revision>11</cp:revision>
  <dcterms:created xsi:type="dcterms:W3CDTF">2006-08-16T00:00:00Z</dcterms:created>
  <dcterms:modified xsi:type="dcterms:W3CDTF">2026-09-07T09:36:50Z</dcterms:modified>
  <dc:identifier>DAHRJheS19U</dc:identifier>
</cp:coreProperties>
</file>